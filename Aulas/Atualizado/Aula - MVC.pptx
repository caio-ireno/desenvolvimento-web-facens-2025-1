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74" r:id="rId2"/>
    <p:sldMasterId id="2147483687" r:id="rId3"/>
    <p:sldMasterId id="2147483700" r:id="rId4"/>
  </p:sldMasterIdLst>
  <p:notesMasterIdLst>
    <p:notesMasterId r:id="rId16"/>
  </p:notesMasterIdLst>
  <p:sldIdLst>
    <p:sldId id="256" r:id="rId5"/>
    <p:sldId id="257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75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9iRh1gpXmS9NDlWO/q0dmAy0Q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84"/>
  </p:normalViewPr>
  <p:slideViewPr>
    <p:cSldViewPr snapToGrid="0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ália Nogueira" userId="72fb52ae66b9bc35" providerId="LiveId" clId="{CED1D195-F075-43DC-9ED7-11F33968DBDF}"/>
    <pc:docChg chg="modShowInfo">
      <pc:chgData name="Nathália Nogueira" userId="72fb52ae66b9bc35" providerId="LiveId" clId="{CED1D195-F075-43DC-9ED7-11F33968DBDF}" dt="2025-05-30T21:29:12.882" v="1" actId="2744"/>
      <pc:docMkLst>
        <pc:docMk/>
      </pc:docMkLst>
    </pc:docChg>
  </pc:docChgLst>
  <pc:docChgLst>
    <pc:chgData name="Caio Eduardo Ireno" userId="1862f81e13df3e98" providerId="LiveId" clId="{780BDCD0-A6C5-4CF0-A10A-8562CC058092}"/>
    <pc:docChg chg="undo custSel addSld delSld modSld">
      <pc:chgData name="Caio Eduardo Ireno" userId="1862f81e13df3e98" providerId="LiveId" clId="{780BDCD0-A6C5-4CF0-A10A-8562CC058092}" dt="2024-08-17T12:29:17.079" v="31" actId="478"/>
      <pc:docMkLst>
        <pc:docMk/>
      </pc:docMkLst>
      <pc:sldChg chg="addSp delSp modSp mod">
        <pc:chgData name="Caio Eduardo Ireno" userId="1862f81e13df3e98" providerId="LiveId" clId="{780BDCD0-A6C5-4CF0-A10A-8562CC058092}" dt="2024-08-17T12:29:17.079" v="31" actId="478"/>
        <pc:sldMkLst>
          <pc:docMk/>
          <pc:sldMk cId="0" sldId="257"/>
        </pc:sldMkLst>
      </pc:sldChg>
      <pc:sldChg chg="add del">
        <pc:chgData name="Caio Eduardo Ireno" userId="1862f81e13df3e98" providerId="LiveId" clId="{780BDCD0-A6C5-4CF0-A10A-8562CC058092}" dt="2024-08-17T12:29:14.205" v="23" actId="47"/>
        <pc:sldMkLst>
          <pc:docMk/>
          <pc:sldMk cId="1089838417" sldId="276"/>
        </pc:sldMkLst>
      </pc:sldChg>
      <pc:sldChg chg="add del">
        <pc:chgData name="Caio Eduardo Ireno" userId="1862f81e13df3e98" providerId="LiveId" clId="{780BDCD0-A6C5-4CF0-A10A-8562CC058092}" dt="2024-08-17T12:29:14.032" v="22" actId="47"/>
        <pc:sldMkLst>
          <pc:docMk/>
          <pc:sldMk cId="1308850580" sldId="277"/>
        </pc:sldMkLst>
      </pc:sldChg>
      <pc:sldChg chg="add del">
        <pc:chgData name="Caio Eduardo Ireno" userId="1862f81e13df3e98" providerId="LiveId" clId="{780BDCD0-A6C5-4CF0-A10A-8562CC058092}" dt="2024-08-17T12:29:13.625" v="20" actId="47"/>
        <pc:sldMkLst>
          <pc:docMk/>
          <pc:sldMk cId="1674899304" sldId="278"/>
        </pc:sldMkLst>
      </pc:sldChg>
      <pc:sldChg chg="add del">
        <pc:chgData name="Caio Eduardo Ireno" userId="1862f81e13df3e98" providerId="LiveId" clId="{780BDCD0-A6C5-4CF0-A10A-8562CC058092}" dt="2024-08-17T12:29:13.840" v="21" actId="47"/>
        <pc:sldMkLst>
          <pc:docMk/>
          <pc:sldMk cId="1361684937" sldId="279"/>
        </pc:sldMkLst>
      </pc:sldChg>
      <pc:sldChg chg="add del">
        <pc:chgData name="Caio Eduardo Ireno" userId="1862f81e13df3e98" providerId="LiveId" clId="{780BDCD0-A6C5-4CF0-A10A-8562CC058092}" dt="2024-08-17T12:29:13.469" v="19" actId="47"/>
        <pc:sldMkLst>
          <pc:docMk/>
          <pc:sldMk cId="3509862861" sldId="280"/>
        </pc:sldMkLst>
      </pc:sldChg>
      <pc:sldChg chg="add del">
        <pc:chgData name="Caio Eduardo Ireno" userId="1862f81e13df3e98" providerId="LiveId" clId="{780BDCD0-A6C5-4CF0-A10A-8562CC058092}" dt="2024-08-17T12:29:13.297" v="18" actId="47"/>
        <pc:sldMkLst>
          <pc:docMk/>
          <pc:sldMk cId="3224971599" sldId="281"/>
        </pc:sldMkLst>
      </pc:sldChg>
      <pc:sldChg chg="add del">
        <pc:chgData name="Caio Eduardo Ireno" userId="1862f81e13df3e98" providerId="LiveId" clId="{780BDCD0-A6C5-4CF0-A10A-8562CC058092}" dt="2024-08-17T12:29:13.134" v="17" actId="47"/>
        <pc:sldMkLst>
          <pc:docMk/>
          <pc:sldMk cId="715125093" sldId="282"/>
        </pc:sldMkLst>
      </pc:sldChg>
      <pc:sldChg chg="add del">
        <pc:chgData name="Caio Eduardo Ireno" userId="1862f81e13df3e98" providerId="LiveId" clId="{780BDCD0-A6C5-4CF0-A10A-8562CC058092}" dt="2024-08-17T12:29:12.985" v="16" actId="47"/>
        <pc:sldMkLst>
          <pc:docMk/>
          <pc:sldMk cId="3781581471" sldId="283"/>
        </pc:sldMkLst>
      </pc:sldChg>
    </pc:docChg>
  </pc:docChgLst>
  <pc:docChgLst>
    <pc:chgData name="Caio Eduardo Ireno" userId="1862f81e13df3e98" providerId="LiveId" clId="{32C3D5D9-CEE4-47B4-98AC-81279FDF8C9F}"/>
    <pc:docChg chg="undo custSel addSld delSld modSld">
      <pc:chgData name="Caio Eduardo Ireno" userId="1862f81e13df3e98" providerId="LiveId" clId="{32C3D5D9-CEE4-47B4-98AC-81279FDF8C9F}" dt="2024-04-09T23:32:20.481" v="377" actId="1076"/>
      <pc:docMkLst>
        <pc:docMk/>
      </pc:docMkLst>
      <pc:sldChg chg="modSp mod">
        <pc:chgData name="Caio Eduardo Ireno" userId="1862f81e13df3e98" providerId="LiveId" clId="{32C3D5D9-CEE4-47B4-98AC-81279FDF8C9F}" dt="2024-04-09T22:05:08.804" v="25" actId="1076"/>
        <pc:sldMkLst>
          <pc:docMk/>
          <pc:sldMk cId="0" sldId="256"/>
        </pc:sldMkLst>
      </pc:sldChg>
      <pc:sldChg chg="addSp delSp modSp mod">
        <pc:chgData name="Caio Eduardo Ireno" userId="1862f81e13df3e98" providerId="LiveId" clId="{32C3D5D9-CEE4-47B4-98AC-81279FDF8C9F}" dt="2024-04-09T22:10:00.377" v="112" actId="14100"/>
        <pc:sldMkLst>
          <pc:docMk/>
          <pc:sldMk cId="0" sldId="257"/>
        </pc:sldMkLst>
      </pc:sldChg>
      <pc:sldChg chg="addSp delSp modSp new mod">
        <pc:chgData name="Caio Eduardo Ireno" userId="1862f81e13df3e98" providerId="LiveId" clId="{32C3D5D9-CEE4-47B4-98AC-81279FDF8C9F}" dt="2024-04-09T23:16:57.646" v="185"/>
        <pc:sldMkLst>
          <pc:docMk/>
          <pc:sldMk cId="1089838417" sldId="276"/>
        </pc:sldMkLst>
      </pc:sldChg>
      <pc:sldChg chg="del">
        <pc:chgData name="Caio Eduardo Ireno" userId="1862f81e13df3e98" providerId="LiveId" clId="{32C3D5D9-CEE4-47B4-98AC-81279FDF8C9F}" dt="2024-04-09T22:05:19.790" v="33" actId="47"/>
        <pc:sldMkLst>
          <pc:docMk/>
          <pc:sldMk cId="3952526737" sldId="276"/>
        </pc:sldMkLst>
      </pc:sldChg>
      <pc:sldChg chg="addSp delSp modSp new mod">
        <pc:chgData name="Caio Eduardo Ireno" userId="1862f81e13df3e98" providerId="LiveId" clId="{32C3D5D9-CEE4-47B4-98AC-81279FDF8C9F}" dt="2024-04-09T23:25:53.427" v="207" actId="20577"/>
        <pc:sldMkLst>
          <pc:docMk/>
          <pc:sldMk cId="1308850580" sldId="277"/>
        </pc:sldMkLst>
      </pc:sldChg>
      <pc:sldChg chg="del">
        <pc:chgData name="Caio Eduardo Ireno" userId="1862f81e13df3e98" providerId="LiveId" clId="{32C3D5D9-CEE4-47B4-98AC-81279FDF8C9F}" dt="2024-04-09T22:05:19.290" v="32" actId="47"/>
        <pc:sldMkLst>
          <pc:docMk/>
          <pc:sldMk cId="1756490115" sldId="277"/>
        </pc:sldMkLst>
      </pc:sldChg>
      <pc:sldChg chg="modSp new mod">
        <pc:chgData name="Caio Eduardo Ireno" userId="1862f81e13df3e98" providerId="LiveId" clId="{32C3D5D9-CEE4-47B4-98AC-81279FDF8C9F}" dt="2024-04-09T23:26:15.384" v="210" actId="1076"/>
        <pc:sldMkLst>
          <pc:docMk/>
          <pc:sldMk cId="1674899304" sldId="278"/>
        </pc:sldMkLst>
      </pc:sldChg>
      <pc:sldChg chg="del">
        <pc:chgData name="Caio Eduardo Ireno" userId="1862f81e13df3e98" providerId="LiveId" clId="{32C3D5D9-CEE4-47B4-98AC-81279FDF8C9F}" dt="2024-04-09T22:05:16.191" v="26" actId="47"/>
        <pc:sldMkLst>
          <pc:docMk/>
          <pc:sldMk cId="4035940856" sldId="278"/>
        </pc:sldMkLst>
      </pc:sldChg>
      <pc:sldChg chg="addSp delSp modSp new mod">
        <pc:chgData name="Caio Eduardo Ireno" userId="1862f81e13df3e98" providerId="LiveId" clId="{32C3D5D9-CEE4-47B4-98AC-81279FDF8C9F}" dt="2024-04-09T23:28:39.427" v="321"/>
        <pc:sldMkLst>
          <pc:docMk/>
          <pc:sldMk cId="1361684937" sldId="279"/>
        </pc:sldMkLst>
      </pc:sldChg>
      <pc:sldChg chg="del">
        <pc:chgData name="Caio Eduardo Ireno" userId="1862f81e13df3e98" providerId="LiveId" clId="{32C3D5D9-CEE4-47B4-98AC-81279FDF8C9F}" dt="2024-04-09T22:05:16.900" v="27" actId="47"/>
        <pc:sldMkLst>
          <pc:docMk/>
          <pc:sldMk cId="4177458630" sldId="279"/>
        </pc:sldMkLst>
      </pc:sldChg>
      <pc:sldChg chg="del">
        <pc:chgData name="Caio Eduardo Ireno" userId="1862f81e13df3e98" providerId="LiveId" clId="{32C3D5D9-CEE4-47B4-98AC-81279FDF8C9F}" dt="2024-04-09T22:05:17.511" v="28" actId="47"/>
        <pc:sldMkLst>
          <pc:docMk/>
          <pc:sldMk cId="2338381311" sldId="280"/>
        </pc:sldMkLst>
      </pc:sldChg>
      <pc:sldChg chg="modSp new mod">
        <pc:chgData name="Caio Eduardo Ireno" userId="1862f81e13df3e98" providerId="LiveId" clId="{32C3D5D9-CEE4-47B4-98AC-81279FDF8C9F}" dt="2024-04-09T23:31:03.702" v="351" actId="1076"/>
        <pc:sldMkLst>
          <pc:docMk/>
          <pc:sldMk cId="3509862861" sldId="280"/>
        </pc:sldMkLst>
      </pc:sldChg>
      <pc:sldChg chg="addSp delSp modSp add mod">
        <pc:chgData name="Caio Eduardo Ireno" userId="1862f81e13df3e98" providerId="LiveId" clId="{32C3D5D9-CEE4-47B4-98AC-81279FDF8C9F}" dt="2024-04-09T23:31:11.862" v="356"/>
        <pc:sldMkLst>
          <pc:docMk/>
          <pc:sldMk cId="3224971599" sldId="281"/>
        </pc:sldMkLst>
      </pc:sldChg>
      <pc:sldChg chg="del">
        <pc:chgData name="Caio Eduardo Ireno" userId="1862f81e13df3e98" providerId="LiveId" clId="{32C3D5D9-CEE4-47B4-98AC-81279FDF8C9F}" dt="2024-04-09T22:05:18.385" v="30" actId="47"/>
        <pc:sldMkLst>
          <pc:docMk/>
          <pc:sldMk cId="3349863134" sldId="281"/>
        </pc:sldMkLst>
      </pc:sldChg>
      <pc:sldChg chg="addSp delSp modSp add mod">
        <pc:chgData name="Caio Eduardo Ireno" userId="1862f81e13df3e98" providerId="LiveId" clId="{32C3D5D9-CEE4-47B4-98AC-81279FDF8C9F}" dt="2024-04-09T23:31:44.015" v="368" actId="20577"/>
        <pc:sldMkLst>
          <pc:docMk/>
          <pc:sldMk cId="715125093" sldId="282"/>
        </pc:sldMkLst>
      </pc:sldChg>
      <pc:sldChg chg="del">
        <pc:chgData name="Caio Eduardo Ireno" userId="1862f81e13df3e98" providerId="LiveId" clId="{32C3D5D9-CEE4-47B4-98AC-81279FDF8C9F}" dt="2024-04-09T22:05:18.030" v="29" actId="47"/>
        <pc:sldMkLst>
          <pc:docMk/>
          <pc:sldMk cId="736275424" sldId="282"/>
        </pc:sldMkLst>
      </pc:sldChg>
      <pc:sldChg chg="del">
        <pc:chgData name="Caio Eduardo Ireno" userId="1862f81e13df3e98" providerId="LiveId" clId="{32C3D5D9-CEE4-47B4-98AC-81279FDF8C9F}" dt="2024-04-09T22:05:18.873" v="31" actId="47"/>
        <pc:sldMkLst>
          <pc:docMk/>
          <pc:sldMk cId="627111839" sldId="283"/>
        </pc:sldMkLst>
      </pc:sldChg>
      <pc:sldChg chg="addSp delSp modSp new mod">
        <pc:chgData name="Caio Eduardo Ireno" userId="1862f81e13df3e98" providerId="LiveId" clId="{32C3D5D9-CEE4-47B4-98AC-81279FDF8C9F}" dt="2024-04-09T23:32:20.481" v="377" actId="1076"/>
        <pc:sldMkLst>
          <pc:docMk/>
          <pc:sldMk cId="3781581471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24177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089710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0462220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68588619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2276044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40900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16845509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9503066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58199053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63437466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3195130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75041778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735028" y="292494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742861" y="4377085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022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67544" y="545196"/>
            <a:ext cx="8219256" cy="6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457200" y="1340768"/>
            <a:ext cx="8229600" cy="488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997906" y="65643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801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919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188579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483630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994791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318289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39973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231009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07408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0060144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328399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6752821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0819056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704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037845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2188027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847935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398862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3200" b="0" strike="noStrike" spc="-1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937893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7823324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792565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6808804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1490629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1334189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título Mestre</a:t>
            </a: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3200" b="0" strike="noStrike" spc="-1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0548819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A9A650A-8BD1-4FDE-9899-1C20DF4B7708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988060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7E61-D2F8-452B-B53A-91FE1E439E24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3537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77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3A57-F65A-4C42-9156-7629C10666E9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62185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BF0B-319E-4F95-BA43-902EB3DC9783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865795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158B3-6703-4BBB-A09E-33FD65E7DB24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354211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9955-2DD3-491E-92B6-7018343227CE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39994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8A28-1D79-4F41-9521-CF26BB2C7EE3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258860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D9950-AF07-4F2A-A949-E1C816A93B30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802901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262D-6073-4A30-973C-53BE1D29884A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656128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B0AF-EEE9-4421-9298-EB11A547E63F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9883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6669360"/>
            <a:ext cx="9142560" cy="19512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024580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6669360"/>
            <a:ext cx="9142560" cy="19512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CustomShape 2"/>
          <p:cNvSpPr/>
          <p:nvPr/>
        </p:nvSpPr>
        <p:spPr>
          <a:xfrm>
            <a:off x="0" y="-3960"/>
            <a:ext cx="9142560" cy="26424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1" name="Google Shape;27;p3"/>
          <p:cNvPicPr/>
          <p:nvPr/>
        </p:nvPicPr>
        <p:blipFill>
          <a:blip r:embed="rId14"/>
          <a:stretch/>
        </p:blipFill>
        <p:spPr>
          <a:xfrm>
            <a:off x="8257680" y="-4320"/>
            <a:ext cx="849240" cy="263520"/>
          </a:xfrm>
          <a:prstGeom prst="rect">
            <a:avLst/>
          </a:prstGeom>
          <a:ln>
            <a:noFill/>
          </a:ln>
        </p:spPr>
      </p:pic>
      <p:sp>
        <p:nvSpPr>
          <p:cNvPr id="42" name="CustomShape 3"/>
          <p:cNvSpPr/>
          <p:nvPr/>
        </p:nvSpPr>
        <p:spPr>
          <a:xfrm>
            <a:off x="467640" y="1124640"/>
            <a:ext cx="8217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14205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0" y="6669360"/>
            <a:ext cx="9142560" cy="19512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2"/>
          <p:cNvSpPr/>
          <p:nvPr/>
        </p:nvSpPr>
        <p:spPr>
          <a:xfrm>
            <a:off x="0" y="-3960"/>
            <a:ext cx="9142560" cy="26424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3" name="Google Shape;27;p3"/>
          <p:cNvPicPr/>
          <p:nvPr/>
        </p:nvPicPr>
        <p:blipFill>
          <a:blip r:embed="rId14"/>
          <a:stretch/>
        </p:blipFill>
        <p:spPr>
          <a:xfrm>
            <a:off x="8257680" y="-4320"/>
            <a:ext cx="849240" cy="263520"/>
          </a:xfrm>
          <a:prstGeom prst="rect">
            <a:avLst/>
          </a:prstGeom>
          <a:ln>
            <a:noFill/>
          </a:ln>
        </p:spPr>
      </p:pic>
      <p:sp>
        <p:nvSpPr>
          <p:cNvPr id="84" name="CustomShape 3"/>
          <p:cNvSpPr/>
          <p:nvPr/>
        </p:nvSpPr>
        <p:spPr>
          <a:xfrm>
            <a:off x="467640" y="1124640"/>
            <a:ext cx="8217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40200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34A43A2E-6632-4F9D-8728-2CF59ACBBE60}" type="datetimeFigureOut">
              <a:rPr lang="en-US" dirty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28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03985" y="3238145"/>
            <a:ext cx="7475220" cy="88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2880" b="0" cap="none" dirty="0">
                <a:latin typeface="Calibri"/>
                <a:ea typeface="Calibri"/>
                <a:cs typeface="Calibri"/>
                <a:sym typeface="Calibri"/>
              </a:rPr>
              <a:t>MVC	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2303310" y="5205694"/>
            <a:ext cx="6575895" cy="138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b="1" dirty="0">
                <a:solidFill>
                  <a:schemeClr val="bg1"/>
                </a:solidFill>
              </a:rPr>
              <a:t>Caio Eduardo do Prado Ireno</a:t>
            </a:r>
            <a:endParaRPr sz="3600" dirty="0">
              <a:solidFill>
                <a:schemeClr val="bg1"/>
              </a:solidFill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467544" y="5013176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8" descr="Centro Universitário - Facens">
            <a:extLst>
              <a:ext uri="{FF2B5EF4-FFF2-40B4-BE49-F238E27FC236}">
                <a16:creationId xmlns:a16="http://schemas.microsoft.com/office/drawing/2014/main" id="{2791F948-2B66-73D2-55CC-935BA10A4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164" y="1024345"/>
            <a:ext cx="47625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462372" y="505867"/>
            <a:ext cx="8219256" cy="6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Arquitetura de software </a:t>
            </a:r>
            <a:endParaRPr dirty="0"/>
          </a:p>
        </p:txBody>
      </p:sp>
      <p:sp>
        <p:nvSpPr>
          <p:cNvPr id="94" name="Google Shape;94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109E2AC-B0AE-39CA-9FF7-CFCE96C48CAC}"/>
              </a:ext>
            </a:extLst>
          </p:cNvPr>
          <p:cNvSpPr txBox="1"/>
          <p:nvPr/>
        </p:nvSpPr>
        <p:spPr>
          <a:xfrm>
            <a:off x="388886" y="1378479"/>
            <a:ext cx="81560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O que um arquiteto ou uma arquiteta acaba fazendo no dia a dia?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F41F51-2527-D8E1-CEB6-1CB7BA35FE30}"/>
              </a:ext>
            </a:extLst>
          </p:cNvPr>
          <p:cNvSpPr txBox="1"/>
          <p:nvPr/>
        </p:nvSpPr>
        <p:spPr>
          <a:xfrm>
            <a:off x="388886" y="2430532"/>
            <a:ext cx="81560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A </a:t>
            </a:r>
            <a:r>
              <a:rPr lang="pt-BR" sz="2400" dirty="0">
                <a:solidFill>
                  <a:srgbClr val="FF0000"/>
                </a:solidFill>
              </a:rPr>
              <a:t>arquitetura de software </a:t>
            </a:r>
            <a:r>
              <a:rPr lang="pt-BR" sz="2400" dirty="0"/>
              <a:t>é uma disciplina da engenharia de software. Então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36C4D05-DB2B-ED76-A26C-89E61264ACDC}"/>
              </a:ext>
            </a:extLst>
          </p:cNvPr>
          <p:cNvSpPr txBox="1"/>
          <p:nvPr/>
        </p:nvSpPr>
        <p:spPr>
          <a:xfrm>
            <a:off x="388886" y="3596472"/>
            <a:ext cx="81560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Quando estamos falando em engenharia de software, estamos falando em todos os processos de desenvolvimento de software no dia a dia, desde metodologias de desenvolvimento, o formato como o software vai desenvolver, até todo o seu processo.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2;p2">
            <a:extLst>
              <a:ext uri="{FF2B5EF4-FFF2-40B4-BE49-F238E27FC236}">
                <a16:creationId xmlns:a16="http://schemas.microsoft.com/office/drawing/2014/main" id="{FA821A4B-AC07-CC02-748C-EA9DEFC8E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2372" y="505867"/>
            <a:ext cx="8219256" cy="6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Arquitetura de software </a:t>
            </a: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A5D81F-CE27-991D-8FDE-00D15D0C6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544" y="1651417"/>
            <a:ext cx="8229600" cy="742716"/>
          </a:xfrm>
        </p:spPr>
        <p:txBody>
          <a:bodyPr/>
          <a:lstStyle/>
          <a:p>
            <a:pPr marL="114300" indent="0" algn="ctr">
              <a:buNone/>
            </a:pPr>
            <a:r>
              <a:rPr lang="pt-BR" b="1" dirty="0">
                <a:solidFill>
                  <a:srgbClr val="FF0000"/>
                </a:solidFill>
              </a:rPr>
              <a:t>software </a:t>
            </a:r>
            <a:r>
              <a:rPr lang="pt-BR" b="1" dirty="0" err="1">
                <a:solidFill>
                  <a:srgbClr val="FF0000"/>
                </a:solidFill>
              </a:rPr>
              <a:t>development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 err="1">
                <a:solidFill>
                  <a:srgbClr val="FF0000"/>
                </a:solidFill>
              </a:rPr>
              <a:t>life</a:t>
            </a:r>
            <a:r>
              <a:rPr lang="pt-BR" b="1" dirty="0">
                <a:solidFill>
                  <a:srgbClr val="FF0000"/>
                </a:solidFill>
              </a:rPr>
              <a:t> time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5623EE-D0C5-F732-6341-2928CE57DB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35A2C7B-C01D-0465-F971-A01D72DA24B3}"/>
              </a:ext>
            </a:extLst>
          </p:cNvPr>
          <p:cNvSpPr txBox="1"/>
          <p:nvPr/>
        </p:nvSpPr>
        <p:spPr>
          <a:xfrm>
            <a:off x="457200" y="3058632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Existe uma definição mais formal sobre arquitetura de software que vem da ISO e ela fala um standard, que é o seguinte: </a:t>
            </a:r>
            <a:r>
              <a:rPr lang="pt-BR" sz="2400" dirty="0">
                <a:solidFill>
                  <a:srgbClr val="FF0000"/>
                </a:solidFill>
              </a:rPr>
              <a:t>"a arquitetura de software é a organização fundamental de um sistema e seus componentes, suas relações, seu ambiente, bem como os princípios que guiam seu design e evolução.” </a:t>
            </a:r>
          </a:p>
        </p:txBody>
      </p:sp>
    </p:spTree>
    <p:extLst>
      <p:ext uri="{BB962C8B-B14F-4D97-AF65-F5344CB8AC3E}">
        <p14:creationId xmlns:p14="http://schemas.microsoft.com/office/powerpoint/2010/main" val="1089838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2;p2">
            <a:extLst>
              <a:ext uri="{FF2B5EF4-FFF2-40B4-BE49-F238E27FC236}">
                <a16:creationId xmlns:a16="http://schemas.microsoft.com/office/drawing/2014/main" id="{528EBC4A-1E7C-2E79-9413-C6BA764C1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2372" y="505867"/>
            <a:ext cx="8219256" cy="6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Arquitetura de software </a:t>
            </a: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9ADD3A-3661-B84D-296E-BAA6FFB81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544" y="1280235"/>
            <a:ext cx="8208912" cy="1721935"/>
          </a:xfrm>
        </p:spPr>
        <p:txBody>
          <a:bodyPr/>
          <a:lstStyle/>
          <a:p>
            <a:pPr marL="114300" indent="0" algn="just">
              <a:buNone/>
            </a:pPr>
            <a:r>
              <a:rPr lang="pt-BR" sz="2800" dirty="0"/>
              <a:t>Um software tem que ser desenvolvido pensando sempre a </a:t>
            </a:r>
            <a:r>
              <a:rPr lang="pt-BR" sz="2800" dirty="0">
                <a:solidFill>
                  <a:srgbClr val="FF0000"/>
                </a:solidFill>
              </a:rPr>
              <a:t>longo prazo </a:t>
            </a:r>
            <a:r>
              <a:rPr lang="pt-BR" sz="2800" dirty="0"/>
              <a:t>e é esse que é o grande ponto.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52B899-69FA-D9DD-6BC2-C2321C5CA8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2FB56F-ACFA-727F-3F0B-F47199C9FFD4}"/>
              </a:ext>
            </a:extLst>
          </p:cNvPr>
          <p:cNvSpPr txBox="1"/>
          <p:nvPr/>
        </p:nvSpPr>
        <p:spPr>
          <a:xfrm>
            <a:off x="467544" y="2485105"/>
            <a:ext cx="82192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A arquitetura de software nos ajuda a fazer esse desenho para que esse software seja sustentável.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Então o processo de arquitetar um software estabelece que o que está sendo desenvolvido faça parte de um conjunto maior e normalmente esse conjunto maior é o negócio, atender as necessidades do negócio a curto, médio e a longo prazo...</a:t>
            </a:r>
          </a:p>
        </p:txBody>
      </p:sp>
    </p:spTree>
    <p:extLst>
      <p:ext uri="{BB962C8B-B14F-4D97-AF65-F5344CB8AC3E}">
        <p14:creationId xmlns:p14="http://schemas.microsoft.com/office/powerpoint/2010/main" val="130885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BE15D-33AD-E024-AF7E-6D9A9BA4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92169"/>
            <a:ext cx="8219256" cy="651556"/>
          </a:xfrm>
        </p:spPr>
        <p:txBody>
          <a:bodyPr/>
          <a:lstStyle/>
          <a:p>
            <a:r>
              <a:rPr lang="pt-BR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que é MVC?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3AEDF5-B92B-5DDB-C56F-F7B8C5D55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372" y="1359487"/>
            <a:ext cx="8229600" cy="4889088"/>
          </a:xfrm>
        </p:spPr>
        <p:txBody>
          <a:bodyPr/>
          <a:lstStyle/>
          <a:p>
            <a:pPr marL="114300" indent="0" algn="just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r>
              <a:rPr lang="pt-BR" sz="24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O MVC é um padrão de arquitetura de software. </a:t>
            </a:r>
          </a:p>
          <a:p>
            <a:pPr marL="114300" indent="0" algn="just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lang="pt-BR" sz="24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114300" indent="0" algn="just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r>
              <a:rPr lang="pt-BR" sz="24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O MVC sugere uma maneira para você pensar na divisão de responsabilidades, principalmente dentro de um software web.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810099-7D36-2556-136E-AE41E4B010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89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9106578-F58E-35DA-4B15-274E044B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92169"/>
            <a:ext cx="8219256" cy="651556"/>
          </a:xfrm>
        </p:spPr>
        <p:txBody>
          <a:bodyPr/>
          <a:lstStyle/>
          <a:p>
            <a:r>
              <a:rPr lang="pt-BR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que é MVC?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512AA0-AF02-AF33-485E-872335E29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pt-BR" sz="2800" dirty="0"/>
              <a:t>O princípio básico do MVC é a divisão da aplicação em três camadas: </a:t>
            </a:r>
          </a:p>
          <a:p>
            <a:pPr marL="114300" indent="0" algn="just">
              <a:buNone/>
            </a:pPr>
            <a:endParaRPr lang="pt-BR" sz="2800" dirty="0"/>
          </a:p>
          <a:p>
            <a:pPr marL="114300" indent="0" algn="just">
              <a:buNone/>
            </a:pPr>
            <a:r>
              <a:rPr lang="pt-BR" sz="2800" b="1" dirty="0" err="1"/>
              <a:t>View</a:t>
            </a:r>
            <a:r>
              <a:rPr lang="pt-BR" sz="2800" b="1" dirty="0"/>
              <a:t>:</a:t>
            </a:r>
            <a:r>
              <a:rPr lang="pt-BR" sz="2800" dirty="0"/>
              <a:t> A camada de interação do usuário.</a:t>
            </a:r>
          </a:p>
          <a:p>
            <a:pPr marL="114300" indent="0" algn="just">
              <a:buNone/>
            </a:pPr>
            <a:r>
              <a:rPr lang="pt-BR" sz="2800" b="1" dirty="0"/>
              <a:t>Model:</a:t>
            </a:r>
            <a:r>
              <a:rPr lang="pt-BR" sz="2800" dirty="0"/>
              <a:t> A camada de manipulação dos dados.</a:t>
            </a:r>
          </a:p>
          <a:p>
            <a:pPr marL="114300" indent="0" algn="just">
              <a:buNone/>
            </a:pPr>
            <a:r>
              <a:rPr lang="pt-BR" sz="2800" b="1" dirty="0" err="1"/>
              <a:t>Controller</a:t>
            </a:r>
            <a:r>
              <a:rPr lang="pt-BR" sz="2800" b="1" dirty="0"/>
              <a:t>:</a:t>
            </a:r>
            <a:r>
              <a:rPr lang="pt-BR" sz="2800" dirty="0"/>
              <a:t> A camada de controle.</a:t>
            </a:r>
          </a:p>
          <a:p>
            <a:pPr marL="114300" indent="0" algn="just">
              <a:buNone/>
            </a:pPr>
            <a:endParaRPr lang="pt-BR" sz="2800" dirty="0"/>
          </a:p>
          <a:p>
            <a:pPr marL="114300" indent="0" algn="just">
              <a:buNone/>
            </a:pPr>
            <a:r>
              <a:rPr lang="pt-BR" sz="2800" dirty="0"/>
              <a:t>Com o MVC, é possível </a:t>
            </a:r>
            <a:r>
              <a:rPr lang="pt-BR" sz="2800" dirty="0">
                <a:solidFill>
                  <a:srgbClr val="FF0000"/>
                </a:solidFill>
              </a:rPr>
              <a:t>separar</a:t>
            </a:r>
            <a:r>
              <a:rPr lang="pt-BR" sz="2800" dirty="0"/>
              <a:t> o código relativo à interface do usuário das regras de negócio, o que sem dúvida traz muitas vantagens que veremos mais à frente.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55D467-56E2-2918-B800-CB23EB5918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68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12094-42DD-4F8F-1166-40334D19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46874"/>
            <a:ext cx="8219256" cy="651556"/>
          </a:xfrm>
        </p:spPr>
        <p:txBody>
          <a:bodyPr/>
          <a:lstStyle/>
          <a:p>
            <a:r>
              <a:rPr lang="pt-BR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Quais os papéis de cada camada?</a:t>
            </a:r>
            <a:endParaRPr lang="pt-B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95A524-9280-FD5B-A4CE-F204C7DF7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pt-BR" b="1" dirty="0"/>
              <a:t>Model:</a:t>
            </a:r>
            <a:r>
              <a:rPr lang="pt-BR" dirty="0"/>
              <a:t> A responsabilidade dos models é representar o negócio. Também é responsável pelo acesso e manipulação dos dados na sua aplicação.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E62556-B029-E36A-8C57-82EEE50183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86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EB19D9EE-201A-BABA-A69C-D93B14540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46874"/>
            <a:ext cx="8219256" cy="651556"/>
          </a:xfrm>
        </p:spPr>
        <p:txBody>
          <a:bodyPr/>
          <a:lstStyle/>
          <a:p>
            <a:r>
              <a:rPr lang="pt-BR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Quais os papéis de cada camada?</a:t>
            </a:r>
            <a:endParaRPr lang="pt-B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95A524-9280-FD5B-A4CE-F204C7DF7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pt-BR" b="1" dirty="0" err="1"/>
              <a:t>View</a:t>
            </a:r>
            <a:r>
              <a:rPr lang="pt-BR" b="1" dirty="0"/>
              <a:t>:</a:t>
            </a:r>
            <a:r>
              <a:rPr lang="pt-BR" dirty="0"/>
              <a:t> A </a:t>
            </a:r>
            <a:r>
              <a:rPr lang="pt-BR" dirty="0" err="1"/>
              <a:t>view</a:t>
            </a:r>
            <a:r>
              <a:rPr lang="pt-BR" dirty="0"/>
              <a:t> é responsável pela interface que será apresentada, mostrando as informações do model para o usuário.</a:t>
            </a:r>
          </a:p>
          <a:p>
            <a:pPr marL="114300" indent="0" algn="just">
              <a:buNone/>
            </a:pPr>
            <a:endParaRPr lang="pt-BR" dirty="0"/>
          </a:p>
          <a:p>
            <a:pPr marL="114300" indent="0" algn="just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E62556-B029-E36A-8C57-82EEE50183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97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A68CBF7-5CB1-1945-0AC3-D1235FA0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46874"/>
            <a:ext cx="8219256" cy="651556"/>
          </a:xfrm>
        </p:spPr>
        <p:txBody>
          <a:bodyPr/>
          <a:lstStyle/>
          <a:p>
            <a:r>
              <a:rPr lang="pt-BR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Quais os papéis de cada camada?</a:t>
            </a:r>
            <a:endParaRPr lang="pt-B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95A524-9280-FD5B-A4CE-F204C7DF7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pt-BR" b="1" dirty="0" err="1"/>
              <a:t>Controller</a:t>
            </a:r>
            <a:r>
              <a:rPr lang="pt-BR" b="1" dirty="0"/>
              <a:t>:</a:t>
            </a:r>
            <a:r>
              <a:rPr lang="pt-BR" dirty="0"/>
              <a:t> É a camada de controle, responsável por ligar o model e a </a:t>
            </a:r>
            <a:r>
              <a:rPr lang="pt-BR" dirty="0" err="1"/>
              <a:t>view</a:t>
            </a:r>
            <a:r>
              <a:rPr lang="pt-BR" dirty="0"/>
              <a:t>, fazendo com que os models possam ser repassados para as </a:t>
            </a:r>
            <a:r>
              <a:rPr lang="pt-BR" dirty="0" err="1"/>
              <a:t>views</a:t>
            </a:r>
            <a:r>
              <a:rPr lang="pt-BR" dirty="0"/>
              <a:t> e vice-versa.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E62556-B029-E36A-8C57-82EEE50183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25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D36CC-D8B4-261D-F76D-20D452AE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371" y="481339"/>
            <a:ext cx="8219256" cy="651556"/>
          </a:xfrm>
        </p:spPr>
        <p:txBody>
          <a:bodyPr/>
          <a:lstStyle/>
          <a:p>
            <a:r>
              <a:rPr lang="pt-BR" dirty="0"/>
              <a:t>MVC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37F228-6863-F00B-6015-9FD3FD5F29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596427-9E01-5115-F7C8-FD3D9FAF3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48" y="2134146"/>
            <a:ext cx="8504903" cy="359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581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>
            <a:spLocks noGrp="1"/>
          </p:cNvSpPr>
          <p:nvPr>
            <p:ph type="title"/>
          </p:nvPr>
        </p:nvSpPr>
        <p:spPr>
          <a:xfrm>
            <a:off x="3406614" y="4182866"/>
            <a:ext cx="2330772" cy="93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 cap="none" dirty="0">
                <a:latin typeface="Calibri"/>
                <a:ea typeface="Calibri"/>
                <a:cs typeface="Calibri"/>
                <a:sym typeface="Calibri"/>
              </a:rPr>
              <a:t>Obrigado!</a:t>
            </a:r>
            <a:br>
              <a:rPr lang="pt-BR" sz="3600" cap="none" dirty="0">
                <a:latin typeface="Calibri"/>
                <a:ea typeface="Calibri"/>
                <a:cs typeface="Calibri"/>
                <a:sym typeface="Calibri"/>
              </a:rPr>
            </a:br>
            <a:endParaRPr sz="2880" b="0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9"/>
          <p:cNvCxnSpPr/>
          <p:nvPr/>
        </p:nvCxnSpPr>
        <p:spPr>
          <a:xfrm>
            <a:off x="467544" y="5013176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8EC80F89-1872-1344-B57D-17DC138DE2AA}" vid="{36ECAD06-5264-B54E-BA3C-3A58ED076FA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ase">
  <a:themeElements>
    <a:clrScheme name="Personalizada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5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857</TotalTime>
  <Words>447</Words>
  <Application>Microsoft Office PowerPoint</Application>
  <PresentationFormat>Apresentação na tela (4:3)</PresentationFormat>
  <Paragraphs>43</Paragraphs>
  <Slides>11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Corbel</vt:lpstr>
      <vt:lpstr>Symbol</vt:lpstr>
      <vt:lpstr>Wingdings</vt:lpstr>
      <vt:lpstr>Tema1</vt:lpstr>
      <vt:lpstr>Tema do Office</vt:lpstr>
      <vt:lpstr>1_Tema do Office</vt:lpstr>
      <vt:lpstr>Base</vt:lpstr>
      <vt:lpstr>MVC </vt:lpstr>
      <vt:lpstr>Arquitetura de software </vt:lpstr>
      <vt:lpstr>Arquitetura de software </vt:lpstr>
      <vt:lpstr>Arquitetura de software </vt:lpstr>
      <vt:lpstr>o que é MVC?</vt:lpstr>
      <vt:lpstr>o que é MVC?</vt:lpstr>
      <vt:lpstr>Quais os papéis de cada camada?</vt:lpstr>
      <vt:lpstr>Quais os papéis de cada camada?</vt:lpstr>
      <vt:lpstr>Quais os papéis de cada camada?</vt:lpstr>
      <vt:lpstr>MVC</vt:lpstr>
      <vt:lpstr>Obrigado!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APIs e Microsserviços Aula 01 – Apresentação da Disciplina</dc:title>
  <dc:creator>Caio Eduardo Ireno</dc:creator>
  <cp:lastModifiedBy>Nathália Nogueira</cp:lastModifiedBy>
  <cp:revision>9</cp:revision>
  <dcterms:modified xsi:type="dcterms:W3CDTF">2025-05-30T21:29:15Z</dcterms:modified>
</cp:coreProperties>
</file>